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928" y="502920"/>
            <a:ext cx="3291840" cy="31314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343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ACOMPANHAMENTO NUTRICIONAL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completo, pensado para o seu resultado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55768" y="5440680"/>
            <a:ext cx="1280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56235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Heitor Rodrigues Parada  •  Nutrição Esportiva, Estética e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QUEM VAI TE ACOMPANHAR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Heitor Rodrigues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Nutricionista especializado em nutrição esportiva, estética e performance, com atendimento 100% individualizado — sem planos genéricos ou copiados. Cada estratégia é construída a partir da sua rotina, dos seus objetivos e da resposta do seu corpo ao longo do processo.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con_aw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4165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502920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Base científica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5367528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fundamentadas em evidência e prática clínica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41605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icon_us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441655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1144" y="502920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Atendimento direto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81144" y="5367528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direto comigo, sem intermediários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10144" y="41605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con_targe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441655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66176" y="502920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Foco em resultado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266176" y="5367528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ajustado à sua evolução real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SOBRE O ACOMPANHAMENTO</a:t>
            </a:r>
            <a:endParaRPr lang="en-US" sz="2800" dirty="0"/>
          </a:p>
        </p:txBody>
      </p:sp>
      <p:pic>
        <p:nvPicPr>
          <p:cNvPr id="3" name="Image 0" descr="icon_clip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3898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7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alimentar individualizado</a:t>
            </a:r>
            <a:endParaRPr lang="en-US" sz="1450" dirty="0"/>
          </a:p>
        </p:txBody>
      </p:sp>
      <p:pic>
        <p:nvPicPr>
          <p:cNvPr id="5" name="Image 1" descr="icon_repea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4248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19568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7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da rotina alimentar</a:t>
            </a:r>
            <a:endParaRPr lang="en-US" sz="1450" dirty="0"/>
          </a:p>
        </p:txBody>
      </p:sp>
      <p:pic>
        <p:nvPicPr>
          <p:cNvPr id="7" name="Image 2" descr="icon_trending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1176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4440" y="25237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7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periódicos conforme evolução</a:t>
            </a:r>
            <a:endParaRPr lang="en-US" sz="1450" dirty="0"/>
          </a:p>
        </p:txBody>
      </p:sp>
      <p:pic>
        <p:nvPicPr>
          <p:cNvPr id="9" name="Image 3" descr="icon_headse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18104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34440" y="30906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7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contínuo para dúvidas</a:t>
            </a:r>
            <a:endParaRPr lang="en-US" sz="1450" dirty="0"/>
          </a:p>
        </p:txBody>
      </p:sp>
      <p:pic>
        <p:nvPicPr>
          <p:cNvPr id="11" name="Image 4" descr="icon_target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85032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34440" y="3657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7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resultado, adesão e constância</a:t>
            </a:r>
            <a:endParaRPr lang="en-US" sz="1450" dirty="0"/>
          </a:p>
        </p:txBody>
      </p:sp>
      <p:sp>
        <p:nvSpPr>
          <p:cNvPr id="13" name="Shape 6"/>
          <p:cNvSpPr/>
          <p:nvPr/>
        </p:nvSpPr>
        <p:spPr>
          <a:xfrm>
            <a:off x="6675120" y="1417320"/>
            <a:ext cx="4846320" cy="3931920"/>
          </a:xfrm>
          <a:prstGeom prst="roundRect">
            <a:avLst>
              <a:gd name="adj" fmla="val 1860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690372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</a:t>
            </a:r>
            <a:endParaRPr lang="en-US" sz="6000" dirty="0"/>
          </a:p>
        </p:txBody>
      </p:sp>
      <p:sp>
        <p:nvSpPr>
          <p:cNvPr id="15" name="Text 8"/>
          <p:cNvSpPr/>
          <p:nvPr/>
        </p:nvSpPr>
        <p:spPr>
          <a:xfrm>
            <a:off x="7086600" y="23774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Mais do que uma dieta, um processo de acompanhamento pensado exclusivamente para você e o seu objetivo.</a:t>
            </a:r>
            <a:endParaRPr lang="en-US" sz="1800" dirty="0"/>
          </a:p>
        </p:txBody>
      </p:sp>
      <p:sp>
        <p:nvSpPr>
          <p:cNvPr id="16" name="Shape 9"/>
          <p:cNvSpPr/>
          <p:nvPr/>
        </p:nvSpPr>
        <p:spPr>
          <a:xfrm>
            <a:off x="7086600" y="4892040"/>
            <a:ext cx="54864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em 4 etapas, do início ao acompanhamento contínuo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67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1D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2600" dirty="0"/>
          </a:p>
        </p:txBody>
      </p:sp>
      <p:pic>
        <p:nvPicPr>
          <p:cNvPr id="6" name="Image 0" descr="icon_search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8803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5661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Análise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9776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rotina, objetivos e preferências alimentares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73552" y="3749040"/>
            <a:ext cx="192024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93008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21608" y="2167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1D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2600" dirty="0"/>
          </a:p>
        </p:txBody>
      </p:sp>
      <p:pic>
        <p:nvPicPr>
          <p:cNvPr id="12" name="Image 1" descr="icon_map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8803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5661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Estratégia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49040" y="39776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estratégias nutricionais realistas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3749040"/>
            <a:ext cx="192024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345936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74536" y="2167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1D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2600" dirty="0"/>
          </a:p>
        </p:txBody>
      </p:sp>
      <p:pic>
        <p:nvPicPr>
          <p:cNvPr id="18" name="Image 2" descr="icon_activity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88036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01968" y="35661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Ajustes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601968" y="39776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resposta do seu corpo ao plano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979408" y="3749040"/>
            <a:ext cx="192024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198864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427464" y="2167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1D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2600" dirty="0"/>
          </a:p>
        </p:txBody>
      </p:sp>
      <p:pic>
        <p:nvPicPr>
          <p:cNvPr id="24" name="Image 3" descr="icon_repea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88036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54896" y="35661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Continuidade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454896" y="39776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contínuo ao longo de todo o plano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CUIDADOS E DIRETRIZES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princípios que guiam todo o acompanhamento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5" name="Image 0" descr="icon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8424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69748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Atendimento individual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3429000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Personalizado, sem planos genéricos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93008" y="16916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9" name="Image 1" descr="icon_he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8424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9040" y="269748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Respeito à rotina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749040" y="3429000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às limitações de cada pessoa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45936" y="16916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3" name="Image 2" descr="icon_boo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98424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01968" y="269748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Base científica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601968" y="3429000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fundamentadas em ciência e prática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198864" y="16916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7" name="Image 3" descr="icon_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198424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54896" y="269748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Ética e transparência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9454896" y="3429000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em cada etapa do processo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QUE A HR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torna esse acompanhamento diferente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icon_messagecirc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933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Acompanhamento próximo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37760" y="199339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direto comigo para tirar dúvidas ao longo de todo o processo, sem burocracia.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icon_zap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11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41071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Ajustes rápidos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937760" y="341071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evolui junto com você: mudanças na rotina ou na resposta do corpo geram ajustes ágeis.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icon_targe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8280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Resultados sustentáveis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937760" y="482803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realistas, pensadas para caber na sua vida — não dietas restritivas de curto prazo.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PLANOS E VALORES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737360" y="155448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 AVALIAÇÃO FÍSICA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0" y="2514600"/>
            <a:ext cx="7315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3063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R$ 80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3840480"/>
            <a:ext cx="3291840" cy="0"/>
          </a:xfrm>
          <a:prstGeom prst="line">
            <a:avLst/>
          </a:prstGeom>
          <a:noFill/>
          <a:ln w="9525">
            <a:solidFill>
              <a:srgbClr val="F7F6F3">
                <a:alpha val="30000"/>
              </a:srgbClr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0116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4297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R$ 216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011680" y="4919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R$ 72/mês equivalente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55448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207008"/>
            <a:ext cx="4206240" cy="292608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CUSTO-BENEFÍCIO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208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 AVALIAÇÃO FÍSICA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83880" y="2514600"/>
            <a:ext cx="7315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3063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R$ 100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6903720" y="3840480"/>
            <a:ext cx="3291840" cy="0"/>
          </a:xfrm>
          <a:prstGeom prst="line">
            <a:avLst/>
          </a:prstGeom>
          <a:noFill/>
          <a:ln w="9525">
            <a:solidFill>
              <a:srgbClr val="0A0A0A">
                <a:alpha val="30000"/>
              </a:srgbClr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7208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4297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R$ 270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720840" y="4919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R$ 90/mês equivalente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mais longos oferecem melhor custo-benefício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FORMAS DE PAGAMENTO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icon_smartphon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103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Pix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3337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imediata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25112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icon_creditcar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572" y="2103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25112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Débito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325112" y="3337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 na conta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010144" y="17373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icon_dollarsign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604" y="21031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10144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Crédito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010144" y="3337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Acréscimo de 5%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4348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BF1DD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6" name="Image 3" descr="icon_aler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634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4348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no crédito possuem acréscimo de 5% sobre o valor do plano.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OBSERVAÇÕES IMPORTANTES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4" name="Image 0" descr="icon_aw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828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7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mais longos oferecem melhor custo-benefício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8803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7" name="Image 1" descr="icon_trendin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89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8803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7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dependem de adesão e constância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39319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0" name="Image 2" descr="icon_repea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3931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7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acompanhamento é contínuo e ajustável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3" name="Image 3" descr="icon_headse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21208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4983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7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Estou à disposição para tirar dúvidas a qualquer momento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502920"/>
            <a:ext cx="2194560" cy="20876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6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VAMOS COMEÇAR SUA TRANSFORMAÇÃO?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0" y="34290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comigo e monte seu plano personalizado hoje mesmo</a:t>
            </a:r>
            <a:endParaRPr lang="en-US" sz="1350" dirty="0"/>
          </a:p>
        </p:txBody>
      </p:sp>
      <p:pic>
        <p:nvPicPr>
          <p:cNvPr id="5" name="Image 1" descr="icon_smartpho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42976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4754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 99311-6720</a:t>
            </a:r>
            <a:endParaRPr lang="en-US" sz="1150" dirty="0"/>
          </a:p>
        </p:txBody>
      </p:sp>
      <p:pic>
        <p:nvPicPr>
          <p:cNvPr id="7" name="Image 2" descr="icon_message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29768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37760" y="4754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@heitor_rodriguesp</a:t>
            </a:r>
            <a:endParaRPr lang="en-US" sz="1150" dirty="0"/>
          </a:p>
        </p:txBody>
      </p:sp>
      <p:pic>
        <p:nvPicPr>
          <p:cNvPr id="9" name="Image 3" descr="icon_mai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429768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321040" y="4754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heitor.nutri27@gmail.com</a:t>
            </a:r>
            <a:endParaRPr lang="en-US" sz="1150" dirty="0"/>
          </a:p>
        </p:txBody>
      </p:sp>
      <p:sp>
        <p:nvSpPr>
          <p:cNvPr id="11" name="Text 5"/>
          <p:cNvSpPr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8A8A8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PERFORMANCE — Nutrição · Estética · Performance · Qualidade de Vida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2026-08-25T15:06:08Z</dcterms:created>
  <dcterms:modified xsi:type="dcterms:W3CDTF">2026-08-25T15:06:08Z</dcterms:modified>
</cp:coreProperties>
</file>